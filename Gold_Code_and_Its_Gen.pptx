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0" y="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 Code and Its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on GPS Gold Codes</a:t>
            </a:r>
          </a:p>
          <a:p>
            <a:r>
              <a:t>Prepared for Academic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Gold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 codes are special binary sequences used in spread spectrum communication.</a:t>
            </a:r>
          </a:p>
          <a:p>
            <a:pPr lvl="1"/>
            <a:r>
              <a:t>Used mainly in GPS (Global Positioning System).</a:t>
            </a:r>
          </a:p>
          <a:p>
            <a:pPr lvl="1"/>
            <a:r>
              <a:t>Generated using Linear Feedback Shift Registers (LFSR).</a:t>
            </a:r>
          </a:p>
          <a:p>
            <a:pPr lvl="1"/>
            <a:r>
              <a:t>Provide good correlation properties.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Gold Codes in GPS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 uses CDMA (Code Division Multiple Access).</a:t>
            </a:r>
          </a:p>
          <a:p>
            <a:pPr lvl="1"/>
            <a:r>
              <a:t>All satellites transmit on same frequency.</a:t>
            </a:r>
          </a:p>
          <a:p>
            <a:pPr lvl="1"/>
            <a:r>
              <a:t>Each satellite is identified using unique Gold code.</a:t>
            </a:r>
          </a:p>
          <a:p>
            <a:pPr lvl="1"/>
            <a:r>
              <a:t>Helps receiver distinguish multiple satellite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Gold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Auto-correlation property.</a:t>
            </a:r>
          </a:p>
          <a:p>
            <a:pPr lvl="1"/>
            <a:r>
              <a:t>Low Cross-correlation property.</a:t>
            </a:r>
          </a:p>
          <a:p>
            <a:pPr lvl="1"/>
            <a:r>
              <a:t>Deterministic and reproducible.</a:t>
            </a:r>
          </a:p>
          <a:p>
            <a:pPr lvl="1"/>
            <a:r>
              <a:t>Suitable for spread spectrum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Feedback Shift Register (LFSR)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shift register with feedback.</a:t>
            </a:r>
          </a:p>
          <a:p>
            <a:pPr lvl="1"/>
            <a:r>
              <a:t>Feedback formed using XOR operation.</a:t>
            </a:r>
          </a:p>
          <a:p>
            <a:pPr lvl="1"/>
            <a:r>
              <a:t>Generates pseudo-random binary sequence.</a:t>
            </a:r>
          </a:p>
          <a:p>
            <a:pPr lvl="1"/>
            <a:r>
              <a:t>Period depends on polynomial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Code Generation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maximum-length LFSRs are used (G1 and G2).</a:t>
            </a:r>
          </a:p>
          <a:p>
            <a:pPr lvl="1"/>
            <a:r>
              <a:t>Each register typically has 10 stages in GPS.</a:t>
            </a:r>
          </a:p>
          <a:p>
            <a:pPr lvl="1"/>
            <a:r>
              <a:t>Outputs of G1 and selected taps of G2 are XORed.</a:t>
            </a:r>
          </a:p>
          <a:p>
            <a:pPr lvl="1"/>
            <a:r>
              <a:t>Resulting sequence is Gold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GPS C/A Code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length: 1023 bits.</a:t>
            </a:r>
          </a:p>
          <a:p>
            <a:pPr lvl="1"/>
            <a:r>
              <a:t>Chip rate: 1.023 Mbps.</a:t>
            </a:r>
          </a:p>
          <a:p>
            <a:pPr lvl="1"/>
            <a:r>
              <a:t>Repeats every 1 millisecond.</a:t>
            </a:r>
          </a:p>
          <a:p>
            <a:pPr lvl="1"/>
            <a:r>
              <a:t>Each satellite has unique tap selection.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Gold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multiple users (CDMA).</a:t>
            </a:r>
          </a:p>
          <a:p>
            <a:pPr lvl="1"/>
            <a:r>
              <a:t>High interference resistance.</a:t>
            </a:r>
          </a:p>
          <a:p>
            <a:pPr lvl="1"/>
            <a:r>
              <a:t>Efficient synchronization.</a:t>
            </a:r>
          </a:p>
          <a:p>
            <a:pPr lvl="1"/>
            <a:r>
              <a:t>Widely used in navigation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 codes are essential for GPS operation.</a:t>
            </a:r>
          </a:p>
          <a:p>
            <a:pPr lvl="1"/>
            <a:r>
              <a:t>Provide reliable satellite identification.</a:t>
            </a:r>
          </a:p>
          <a:p>
            <a:pPr lvl="1"/>
            <a:r>
              <a:t>Generated using two LFSRs.</a:t>
            </a:r>
          </a:p>
          <a:p>
            <a:pPr lvl="1"/>
            <a:r>
              <a:t>Enable accurate positioning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260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Gold Code and Its Generation</vt:lpstr>
      <vt:lpstr>Introduction to Gold Code</vt:lpstr>
      <vt:lpstr>Need for Gold Codes in GPS</vt:lpstr>
      <vt:lpstr>Properties of Gold Codes</vt:lpstr>
      <vt:lpstr>Linear Feedback Shift Register (LFSR)</vt:lpstr>
      <vt:lpstr>Gold Code Generation Method</vt:lpstr>
      <vt:lpstr>GPS C/A Code Details</vt:lpstr>
      <vt:lpstr>Advantages of Gold Codes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NIDHI PRABHU</cp:lastModifiedBy>
  <cp:revision>2</cp:revision>
  <dcterms:created xsi:type="dcterms:W3CDTF">2013-01-27T09:14:16Z</dcterms:created>
  <dcterms:modified xsi:type="dcterms:W3CDTF">2026-04-06T18:10:41Z</dcterms:modified>
  <cp:category/>
</cp:coreProperties>
</file>