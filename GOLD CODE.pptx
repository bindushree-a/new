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94" d="100"/>
          <a:sy n="94" d="100"/>
        </p:scale>
        <p:origin x="168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819D-36DD-299B-BAA9-7F61BAB43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41D89-B8FB-923D-FBAA-FFB7C99C2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7CBB5-5D89-AE54-952C-1474AD9CA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BD8A8-BA82-315D-DE6C-A841510F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AF970-B48E-7DB5-49FD-AE4BDD2C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9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33AF-145D-20AD-BDCA-9D7B55C3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3D171-4928-9130-8632-EF7979563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9348A-5CC9-E0BA-2186-083B46BA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00C8E-D99F-41BB-503F-FFD0405F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052FB-1108-7996-C230-1DABABA1F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3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2952-781B-F947-AB0D-F977E7A02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DB21C-EA9B-DA72-4415-C22928CB6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A58EF-0320-4E4C-AC6A-048554A6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B3210-1204-C539-A0CB-1EEC9CCE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3504B-6E7E-016B-121F-C0DAE662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90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2ED71-AAFE-C8D1-F959-AC2B0293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E6A59-3802-A3D3-21C5-D4ED728AD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AACA8-D6DF-DAFD-E239-1F1E0593B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F7F9A-F2FC-BF3E-B211-ED6FBB4C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126A5-CF12-6ADF-914F-75B908E1C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BB815-6AF3-1A89-32F7-B25F06EDE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3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1205-0D22-C46C-4F94-62209DA7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3A78D-200C-50AC-D257-8EE4F5D7A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32BD-2CD2-1366-A600-D7A6595C8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FAEDE-E5C3-8028-5726-BA316ABBF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C4B260-1B87-6E74-E749-AF79AF39E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3663D5-BDFD-08F6-1BD1-386055F2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8E283E-9607-4C27-4581-B1A446B0B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7390E-AECD-9723-2337-AC6115F7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5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D4C7-5949-EE23-4090-57F3AA4D8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EC08F-3CB5-7527-654D-04B755F2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1CFB8-B835-20DE-446F-649169CA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88F1A-185A-B085-0598-64908BA6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26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B32CD1-D1C3-AF1D-9C90-2F2293DC8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D8EB22-C1B3-949F-7A9F-C8970326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C7F8A-A367-659A-2416-83D75F72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8C0D-7F7F-EA34-A45B-28B2E007A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F7619-B999-D4FC-20E0-4E93DA721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0088B-A101-264A-2910-48D7E89E5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12147-B728-3111-F1B8-F5ECFC5BE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77DB1-7CE7-381F-DD24-7FD8E4AE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54688-BE7E-7821-E03A-4DB373F74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4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E313-5425-2801-D3B1-FB9481BE1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F6B4D8-79F2-1FC6-A508-B2F8CA231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6AAB5-33B3-D354-761C-056A20BC0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A47BB-6604-4F63-A7C8-70C5C7F9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4F9DF-71D3-4895-54F7-34B02FD7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DA1FD-24C3-E149-3AA4-3531F78F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5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9367-B657-D2A9-8971-6D0EA412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93BE0-A8E0-245E-5564-49B74BEA0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EDE86-5800-B1E3-5591-770E35F18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B4677-B63E-3C17-D6C5-BBEB4626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9AA5A-49F6-E26F-9B22-AD221BCF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90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139B02-33A4-1350-5D38-2D939BFE0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7CC24-9304-C2E3-1B6A-F151097CE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2C4E4-EF2A-B6A8-CF74-74ECFA28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FF98E-631A-7338-B03D-ECB434D35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89870-8EFB-0C15-6840-F96E3F83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1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DE2377-DEAB-F6E3-7C8D-7DDA14ECB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F4769-8C00-4BEC-52C4-786C60D6D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B14D3-4CAE-72DC-1563-C33D91EB4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B0CD5-B241-400C-83B6-DDD65169D9B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E66B8-54AC-FE19-0636-FFD06EC1B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B0E7-8523-0A82-3057-B55D63E5C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2FA91-C824-4B65-B6C2-090C529CF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3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5ED9-FE91-9EA9-1C7F-35478A3035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GOLD CODE</a:t>
            </a:r>
          </a:p>
        </p:txBody>
      </p:sp>
    </p:spTree>
    <p:extLst>
      <p:ext uri="{BB962C8B-B14F-4D97-AF65-F5344CB8AC3E}">
        <p14:creationId xmlns:p14="http://schemas.microsoft.com/office/powerpoint/2010/main" val="187744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B2F7-4513-14FF-BF93-11C4E56B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Gold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436B5-5E4D-0CBF-C823-264ACC17F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Gold Codes are a class of binary sequences used in spread spectrum communication systems.</a:t>
            </a:r>
          </a:p>
          <a:p>
            <a:r>
              <a:rPr lang="en-US" dirty="0"/>
              <a:t>They are generated by combining two maximum length sequences (m-sequences) using modulo-2 addition (XOR operation).</a:t>
            </a:r>
          </a:p>
          <a:p>
            <a:r>
              <a:rPr lang="en-US" dirty="0"/>
              <a:t>Gold codes are widely used in satellite navigation systems because of their:</a:t>
            </a:r>
          </a:p>
          <a:p>
            <a:r>
              <a:rPr lang="en-US" dirty="0"/>
              <a:t>Good cross-correlation properties </a:t>
            </a:r>
          </a:p>
          <a:p>
            <a:r>
              <a:rPr lang="en-US" dirty="0"/>
              <a:t>Large set of unique sequences </a:t>
            </a:r>
          </a:p>
          <a:p>
            <a:r>
              <a:rPr lang="en-US" dirty="0"/>
              <a:t>Predictable generation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6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51BA-B162-D3C8-5B47-1E8779BB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GOLD CODE IN </a:t>
            </a:r>
            <a:r>
              <a:rPr lang="en-US" dirty="0" err="1"/>
              <a:t>NavIC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C3F17-5C96-5347-8877-C1B591969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NAVIC (Navigation with Indian Constellation) is India’s regional satellite navigation system developed by ISRO.</a:t>
            </a:r>
          </a:p>
          <a:p>
            <a:r>
              <a:rPr lang="en-US" dirty="0"/>
              <a:t>NAVIC uses Gold Codes for:</a:t>
            </a:r>
          </a:p>
          <a:p>
            <a:r>
              <a:rPr lang="en-US" dirty="0"/>
              <a:t>PRN (Pseudo Random Noise) code generation </a:t>
            </a:r>
          </a:p>
          <a:p>
            <a:r>
              <a:rPr lang="en-US" dirty="0"/>
              <a:t>Satellite identification </a:t>
            </a:r>
          </a:p>
          <a:p>
            <a:r>
              <a:rPr lang="en-US" dirty="0"/>
              <a:t>Signal separation in CDMA environment </a:t>
            </a:r>
          </a:p>
          <a:p>
            <a:r>
              <a:rPr lang="en-US" dirty="0"/>
              <a:t>Secure positioning services </a:t>
            </a:r>
          </a:p>
          <a:p>
            <a:r>
              <a:rPr lang="en-US" b="1" dirty="0"/>
              <a:t>Features of Gold Code in NAVIC:</a:t>
            </a:r>
          </a:p>
          <a:p>
            <a:r>
              <a:rPr lang="en-US" dirty="0"/>
              <a:t>Used in L5 and S-band signals </a:t>
            </a:r>
          </a:p>
          <a:p>
            <a:r>
              <a:rPr lang="en-US" dirty="0"/>
              <a:t>Supports Standard Positioning Service (SPS)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111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11C6-ACC6-1C77-F1CA-1546EFC0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GPS AND GOLD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1E96D-3913-46F0-B11F-C1659D480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GPS uses Gold Codes for:</a:t>
            </a:r>
          </a:p>
          <a:p>
            <a:r>
              <a:rPr lang="en-US" dirty="0"/>
              <a:t>C/A Code (Coarse Acquisition Code) </a:t>
            </a:r>
          </a:p>
          <a:p>
            <a:r>
              <a:rPr lang="en-US" dirty="0"/>
              <a:t>PRN sequence generation </a:t>
            </a:r>
          </a:p>
          <a:p>
            <a:r>
              <a:rPr lang="en-US" dirty="0"/>
              <a:t>Satellite identification </a:t>
            </a:r>
          </a:p>
          <a:p>
            <a:r>
              <a:rPr lang="en-US" dirty="0"/>
              <a:t>Civilian positioning </a:t>
            </a:r>
          </a:p>
          <a:p>
            <a:r>
              <a:rPr lang="en-US" b="1" dirty="0"/>
              <a:t>Features of Gold Code in GPS:</a:t>
            </a:r>
          </a:p>
          <a:p>
            <a:r>
              <a:rPr lang="en-US" dirty="0"/>
              <a:t>Operates mainly in L1 band (1575.42 MHz) </a:t>
            </a:r>
          </a:p>
          <a:p>
            <a:r>
              <a:rPr lang="en-US" dirty="0"/>
              <a:t>1023-bit Gold code sequence </a:t>
            </a:r>
          </a:p>
          <a:p>
            <a:r>
              <a:rPr lang="en-US" dirty="0"/>
              <a:t>Repeats every 1 millisecond </a:t>
            </a:r>
          </a:p>
          <a:p>
            <a:r>
              <a:rPr lang="en-US" dirty="0"/>
              <a:t>Global coverage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99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4D1CB-53F2-28CD-E6D2-380AE7C27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of Gold Code Generation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A28EA-56C8-1285-25AD-6858937B4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Working of Gold Code Generation</a:t>
            </a:r>
          </a:p>
          <a:p>
            <a:r>
              <a:rPr lang="en-US" dirty="0"/>
              <a:t>Gold code is generated by:</a:t>
            </a:r>
          </a:p>
          <a:p>
            <a:r>
              <a:rPr lang="en-US" dirty="0"/>
              <a:t>Two Linear Feedback Shift Registers (LFSRs) </a:t>
            </a:r>
          </a:p>
          <a:p>
            <a:r>
              <a:rPr lang="en-US" dirty="0"/>
              <a:t>Each LFSR generates an m-sequence </a:t>
            </a:r>
          </a:p>
          <a:p>
            <a:r>
              <a:rPr lang="en-US" dirty="0"/>
              <a:t>Output sequences are XORed </a:t>
            </a:r>
          </a:p>
          <a:p>
            <a:r>
              <a:rPr lang="en-US" dirty="0"/>
              <a:t>Different phase shifts create different PRN codes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37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8529-4AF9-DB8C-194B-922D6158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Gold Codes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F685F-3C30-AA00-1C80-8475948BE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Excellent cross-correlation properties </a:t>
            </a:r>
          </a:p>
          <a:p>
            <a:r>
              <a:rPr lang="en-US" dirty="0"/>
              <a:t>Easy hardware implementation using LFSR </a:t>
            </a:r>
          </a:p>
          <a:p>
            <a:r>
              <a:rPr lang="en-US" dirty="0"/>
              <a:t>Large family of sequences </a:t>
            </a:r>
          </a:p>
          <a:p>
            <a:r>
              <a:rPr lang="en-US" dirty="0"/>
              <a:t>Robust against multipath interference </a:t>
            </a:r>
          </a:p>
          <a:p>
            <a:r>
              <a:rPr lang="en-US" dirty="0"/>
              <a:t>Suitable for CDMA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2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9B2D9-85E8-C97D-7CCD-059CCC85A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34229-AB35-FCA0-E912-E111C6399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32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AEF51-0698-F2B2-98F6-56E9D9C51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DED3-9817-384B-0615-5FFA577D6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85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GOLD CODE</vt:lpstr>
      <vt:lpstr>Introduction to Gold Code</vt:lpstr>
      <vt:lpstr>GOLD CODE IN NavIC</vt:lpstr>
      <vt:lpstr>GPS AND GOLD CODE </vt:lpstr>
      <vt:lpstr>Working of Gold Code Generation </vt:lpstr>
      <vt:lpstr>Advantages of Gold Codes </vt:lpstr>
      <vt:lpstr>Difference between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NIDHI PRABHU</dc:creator>
  <cp:lastModifiedBy>NIDHI PRABHU</cp:lastModifiedBy>
  <cp:revision>1</cp:revision>
  <dcterms:created xsi:type="dcterms:W3CDTF">2026-04-06T18:08:49Z</dcterms:created>
  <dcterms:modified xsi:type="dcterms:W3CDTF">2026-04-06T18:08:54Z</dcterms:modified>
</cp:coreProperties>
</file>